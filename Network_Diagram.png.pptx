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0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8AAA0-9D9D-4CEF-A320-654363815165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9EC77-5660-4773-B7AE-11BA70E37DA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Network Diagram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   Internet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▼</a:t>
            </a:r>
          </a:p>
          <a:p>
            <a:pPr>
              <a:buNone/>
            </a:pPr>
            <a:r>
              <a:rPr lang="en-US" dirty="0" smtClean="0"/>
              <a:t>   Router / </a:t>
            </a:r>
            <a:r>
              <a:rPr lang="en-US" dirty="0" err="1" smtClean="0"/>
              <a:t>WiFi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(192.168.1.1)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│</a:t>
            </a:r>
          </a:p>
          <a:p>
            <a:pPr>
              <a:buNone/>
            </a:pPr>
            <a:r>
              <a:rPr lang="en-US" dirty="0" smtClean="0"/>
              <a:t>       ▼</a:t>
            </a:r>
          </a:p>
          <a:p>
            <a:pPr>
              <a:buNone/>
            </a:pPr>
            <a:r>
              <a:rPr lang="en-US" dirty="0" smtClean="0"/>
              <a:t>    Laptop</a:t>
            </a:r>
          </a:p>
          <a:p>
            <a:pPr>
              <a:buNone/>
            </a:pPr>
            <a:r>
              <a:rPr lang="en-US" dirty="0" smtClean="0"/>
              <a:t>  (192.168.1.xxx)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Network Diagram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Diagram</dc:title>
  <dc:creator>USER</dc:creator>
  <cp:lastModifiedBy>USER</cp:lastModifiedBy>
  <cp:revision>1</cp:revision>
  <dcterms:created xsi:type="dcterms:W3CDTF">2026-06-05T15:12:29Z</dcterms:created>
  <dcterms:modified xsi:type="dcterms:W3CDTF">2026-06-05T15:16:41Z</dcterms:modified>
</cp:coreProperties>
</file>